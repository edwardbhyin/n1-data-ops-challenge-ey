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RihYU+bE8y7CLsPxlvKF0X6d3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279E2-18F9-4F2E-A8A2-184012908620}">
  <a:tblStyle styleId="{D48279E2-18F9-4F2E-A8A2-1840129086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up: N1 onboarded a new client and handed over a SQLite database — five member roster tables plus one table of SDOH model scores by zip code.</a:t>
            </a:r>
            <a:br>
              <a:rPr lang="en-US"/>
            </a:br>
            <a:br>
              <a:rPr lang="en-US"/>
            </a:br>
            <a:r>
              <a:rPr lang="en-US"/>
              <a:t>Two deliverables: a single standardized member table, one row per member, limited to members with active eligibility in 2025; and answers to six analytical questions about that membership.</a:t>
            </a:r>
            <a:br>
              <a:rPr lang="en-US"/>
            </a:br>
            <a:br>
              <a:rPr lang="en-US"/>
            </a:br>
            <a:r>
              <a:rPr lang="en-US"/>
              <a:t>The five steps at the bottom are how the rest of this deck is organized. The most important one is the first — most of the real work was finding out what was wrong with the data before trusting it. About 2 minutes here.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that justifies everything downstream — none of the five rosters could be concatenated as-is.</a:t>
            </a:r>
            <a:br>
              <a:rPr lang="en-US"/>
            </a:br>
            <a:br>
              <a:rPr lang="en-US"/>
            </a:br>
            <a:r>
              <a:rPr lang="en-US"/>
              <a:t>Duplicates: I checked whether the overlapping IDs were genuinely identical rows or the same person recorded differently. Every column matched, so this is safe to dedupe on member ID rather than needing a merge rule. The ~2-month enrollment windows suggest these are sequential extracts — which is exactly the pattern that comes back in slide 5.</a:t>
            </a:r>
            <a:br>
              <a:rPr lang="en-US"/>
            </a:br>
            <a:br>
              <a:rPr lang="en-US"/>
            </a:br>
            <a:r>
              <a:rPr lang="en-US"/>
              <a:t>Age: I tried to reverse-engineer an 'as of' date that would reconcile Age with Dob. Nothing got below ~11% inconsistent, so I dropped the column rather than guess.</a:t>
            </a:r>
            <a:br>
              <a:rPr lang="en-US"/>
            </a:br>
            <a:br>
              <a:rPr lang="en-US"/>
            </a:br>
            <a:r>
              <a:rPr lang="en-US"/>
              <a:t>The 100% zip-to-zcta match is what makes questions 4 through 6 answerable without caveats. About 4 minutes here.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table top to bottom, but spend the time on the assumption box.</a:t>
            </a:r>
            <a:br>
              <a:rPr lang="en-US"/>
            </a:br>
            <a:br>
              <a:rPr lang="en-US"/>
            </a:br>
            <a:r>
              <a:rPr lang="en-US"/>
              <a:t>The eligibility question was genuinely ambiguous: 'eligible this year' could mean eligible on a given day or eligible at any point in the year. I chose the overlap interpretation and applied it consistently — that choice is what makes the 39,252 figure what it is.</a:t>
            </a:r>
            <a:br>
              <a:rPr lang="en-US"/>
            </a:br>
            <a:br>
              <a:rPr lang="en-US"/>
            </a:br>
            <a:r>
              <a:rPr lang="en-US"/>
              <a:t>Q2 is the one worth flagging: 8,130 is the count of duplicated members within the 2025-eligible population. If you instead count duplicates across all five raw rosters you get 24,620. Both are defensible answers to differently-worded questions, so I want the scoping to be explicit rather than buried. About 4 minutes here.</a:t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separation of concerns: each step does one thing and hands off a DataFrame, so any stage can be inspected or swapped without touching the others.</a:t>
            </a:r>
            <a:br>
              <a:rPr lang="en-US"/>
            </a:br>
            <a:br>
              <a:rPr lang="en-US"/>
            </a:br>
            <a:r>
              <a:rPr lang="en-US"/>
              <a:t>Two things worth pausing on: normalize_roster runs per roster because the defects were per file, and build_std_member_info deliberately captures the duplicate count before deduping — the answer to Q2 only exists at that exact moment in the pipeline.</a:t>
            </a:r>
            <a:br>
              <a:rPr lang="en-US"/>
            </a:br>
            <a:br>
              <a:rPr lang="en-US"/>
            </a:br>
            <a:r>
              <a:rPr lang="en-US"/>
              <a:t>The framing line at the bottom right matters: exploratory notebooks were how I found the problems, but the deliverable is the single script that reproduces the result from a clean database. That distinction leads straight into the next slide. About 3 minutes here.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scenario question, answered directly. Frame it as: the current script is correct for a one-time delivery of five files, and almost none of that correctness survives a recurring feed unchanged.</a:t>
            </a:r>
            <a:br>
              <a:rPr lang="en-US"/>
            </a:br>
            <a:br>
              <a:rPr lang="en-US"/>
            </a:br>
            <a:r>
              <a:rPr lang="en-US"/>
              <a:t>The strongest point is #3. We already have hard evidence from this dataset that overlapping extracts duplicate members silently — roster_2/5 and roster_3/4. A biweekly feed is that same pattern on a schedule, so dedup against the accumulated table isn't speculative hardening, it's the observed failure mode.</a:t>
            </a:r>
            <a:br>
              <a:rPr lang="en-US"/>
            </a:br>
            <a:br>
              <a:rPr lang="en-US"/>
            </a:br>
            <a:r>
              <a:rPr lang="en-US"/>
              <a:t>#5 is the other one to dwell on: every formatting defect in this project was found by a human looking at the data. That doesn't scale to 26 files a year, so those checks have to become assertions that run on ingest.</a:t>
            </a:r>
            <a:br>
              <a:rPr lang="en-US"/>
            </a:br>
            <a:br>
              <a:rPr lang="en-US"/>
            </a:br>
            <a:r>
              <a:rPr lang="en-US"/>
              <a:t>Close by noting the shape of the change: this stops being a script and becomes a small pipeline with state — a load log, a validation step, and a schedule. About 4 minutes, leaving time for questions.</a:t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14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02920" y="6583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N1 HEALTH  ·  DATA OPS CHALLENGE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02920" y="102412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Standardizing Five Member Rosters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4445" y="1910993"/>
            <a:ext cx="5349300" cy="1783200"/>
          </a:xfrm>
          <a:prstGeom prst="roundRect">
            <a:avLst>
              <a:gd fmla="val 3077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760477" y="2112161"/>
            <a:ext cx="483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60477" y="2441345"/>
            <a:ext cx="4837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 5 separate member rosters into one clean, standardized table. With one row per member, restricted to members with active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eligibility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2025.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6 questions about the resulting membership.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338317" y="1910993"/>
            <a:ext cx="5349300" cy="1783200"/>
          </a:xfrm>
          <a:prstGeom prst="roundRect">
            <a:avLst>
              <a:gd fmla="val 3077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6594349" y="2112161"/>
            <a:ext cx="483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594349" y="2441345"/>
            <a:ext cx="4837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roster tables (name, DOB, address, payer, eligibility dates)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Neighborhood-level health-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scores keyed by zip codes.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California only.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04445" y="3977537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APPROACH, AT A GLANCE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4445" y="4361585"/>
            <a:ext cx="1965900" cy="658500"/>
          </a:xfrm>
          <a:prstGeom prst="roundRect">
            <a:avLst>
              <a:gd fmla="val 13889" name="adj"/>
            </a:avLst>
          </a:prstGeom>
          <a:solidFill>
            <a:srgbClr val="04414F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504445" y="4361585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2470405" y="4361585"/>
            <a:ext cx="27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44725" y="4361585"/>
            <a:ext cx="1965900" cy="658500"/>
          </a:xfrm>
          <a:prstGeom prst="roundRect">
            <a:avLst>
              <a:gd fmla="val 13889" name="adj"/>
            </a:avLst>
          </a:prstGeom>
          <a:solidFill>
            <a:srgbClr val="04414F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2744725" y="4361585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710685" y="4361585"/>
            <a:ext cx="27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985005" y="4361585"/>
            <a:ext cx="1965900" cy="658500"/>
          </a:xfrm>
          <a:prstGeom prst="roundRect">
            <a:avLst>
              <a:gd fmla="val 13889" name="adj"/>
            </a:avLst>
          </a:prstGeom>
          <a:solidFill>
            <a:srgbClr val="04414F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4985005" y="4361585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6950965" y="4361585"/>
            <a:ext cx="27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225285" y="4361585"/>
            <a:ext cx="1965900" cy="658500"/>
          </a:xfrm>
          <a:prstGeom prst="roundRect">
            <a:avLst>
              <a:gd fmla="val 13889" name="adj"/>
            </a:avLst>
          </a:prstGeom>
          <a:solidFill>
            <a:srgbClr val="04414F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7225285" y="4361585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Standardize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9191245" y="4361585"/>
            <a:ext cx="27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465565" y="4361585"/>
            <a:ext cx="1965900" cy="658500"/>
          </a:xfrm>
          <a:prstGeom prst="roundRect">
            <a:avLst>
              <a:gd fmla="val 13889" name="adj"/>
            </a:avLst>
          </a:prstGeom>
          <a:solidFill>
            <a:srgbClr val="04414F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9465565" y="4361585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04445" y="5202833"/>
            <a:ext cx="111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E4E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E4E4"/>
                </a:solidFill>
                <a:latin typeface="Calibri"/>
                <a:ea typeface="Calibri"/>
                <a:cs typeface="Calibri"/>
                <a:sym typeface="Calibri"/>
              </a:rPr>
              <a:t>Explore the raw data for problems first, fix the formatting inconsistencies, combine all five rosters, reshape into the required output schema, then compute the six answers.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/>
        </p:nvSpPr>
        <p:spPr>
          <a:xfrm>
            <a:off x="502920" y="38404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2333A"/>
                </a:solidFill>
                <a:latin typeface="Cambria"/>
                <a:ea typeface="Cambria"/>
                <a:cs typeface="Cambria"/>
                <a:sym typeface="Cambria"/>
              </a:rPr>
              <a:t>What the Data Actually Looked Like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502920" y="98755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7A81"/>
                </a:solidFill>
                <a:latin typeface="Calibri"/>
                <a:ea typeface="Calibri"/>
                <a:cs typeface="Calibri"/>
                <a:sym typeface="Calibri"/>
              </a:rPr>
              <a:t>Before the rosters could be trusted or combined, exploration turned up several real issues.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1536192"/>
            <a:ext cx="5349240" cy="1828800"/>
          </a:xfrm>
          <a:prstGeom prst="roundRect">
            <a:avLst>
              <a:gd fmla="val 2500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58952" y="18288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1005840" y="173736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Duplicate records across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005840" y="2103120"/>
            <a:ext cx="45720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roster_2 / roster_5 share 13,775 identical member records</a:t>
            </a:r>
            <a:endParaRPr sz="1200">
              <a:solidFill>
                <a:srgbClr val="12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roster_3 / roster_4 share another 10,845</a:t>
            </a:r>
            <a:endParaRPr sz="1200">
              <a:solidFill>
                <a:srgbClr val="12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very column matched, and no member ID ever appeared more than twice. The pattern fits sequential, overlapping extracts from one source system (~2-month enrollment windows, Aug 2021 through mid-2022).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36792" y="1536192"/>
            <a:ext cx="5349240" cy="1828800"/>
          </a:xfrm>
          <a:prstGeom prst="roundRect">
            <a:avLst>
              <a:gd fmla="val 2500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592824" y="18288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6839712" y="173736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Inconsistent formatting across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6839712" y="2034545"/>
            <a:ext cx="45720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roster_2 wrote dates as MM/DD/YYYY while every other roster used YYYY-MM-DD</a:t>
            </a:r>
            <a:endParaRPr sz="1200">
              <a:solidFill>
                <a:srgbClr val="12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roster_4 abbreviated the state as "CA" where the others wrote "California".</a:t>
            </a:r>
            <a:endParaRPr sz="1200">
              <a:solidFill>
                <a:srgbClr val="12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Both had to be normalized before the rosters could be safely compared or combined.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2920" y="3611880"/>
            <a:ext cx="5349240" cy="1554480"/>
          </a:xfrm>
          <a:prstGeom prst="roundRect">
            <a:avLst>
              <a:gd fmla="val 2941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58952" y="3904488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1005840" y="381304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Age is not reliable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005840" y="4178808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Cross-checked against Dob using several candidate "as of" dates; even the best-fitting one (2022-12-31) still left ~11% of rows inconsistent. No single reference date explains the column, so Age was never used downstream</a:t>
            </a:r>
            <a:r>
              <a:rPr lang="en-US" sz="1200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36792" y="3611880"/>
            <a:ext cx="5349240" cy="1554480"/>
          </a:xfrm>
          <a:prstGeom prst="roundRect">
            <a:avLst>
              <a:gd fmla="val 2941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592824" y="3904488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6839712" y="381304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 SQL types declared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839712" y="4178808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Not one roster column declares a type. Every value</a:t>
            </a:r>
            <a:r>
              <a:rPr lang="en-US" sz="1200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is stored and read back as plain text, so types have to be imposed in the pipeline.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fmla="val 526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795528" y="5532120"/>
            <a:ext cx="105978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good news:  </a:t>
            </a:r>
            <a:endParaRPr b="1" i="0" sz="1300" u="none" cap="none" strike="noStrike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ero missing values anywhere across all six tables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very single roster Zip value has a matching zcta in model_scores_by_zip.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/>
        </p:nvSpPr>
        <p:spPr>
          <a:xfrm>
            <a:off x="502920" y="38404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2333A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8778240" y="347472"/>
            <a:ext cx="2907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39,252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229600" y="93268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7A81"/>
                </a:solidFill>
                <a:latin typeface="Calibri"/>
                <a:ea typeface="Calibri"/>
                <a:cs typeface="Calibri"/>
                <a:sym typeface="Calibri"/>
              </a:rPr>
              <a:t>members in std_member_info after deduplication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" name="Google Shape;73;p3"/>
          <p:cNvGraphicFramePr/>
          <p:nvPr/>
        </p:nvGraphicFramePr>
        <p:xfrm>
          <a:off x="504445" y="14173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{D48279E2-18F9-4F2E-A8A2-184012908620}</a:tableStyleId>
              </a:tblPr>
              <a:tblGrid>
                <a:gridCol w="566925"/>
                <a:gridCol w="6309350"/>
                <a:gridCol w="43068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Distinct members eligible in April 2025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32,576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 included more than once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8,130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Breakdown by payer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24,663 Medicaid  /  14,589 Medicare Advantage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 in a zip with Food Access score &lt; 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3,038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Social Isolation score (all members)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A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 in the zip with the highest SDOH composite score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members — zip 95950 (score 8.77)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D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3"/>
          <p:cNvSpPr/>
          <p:nvPr/>
        </p:nvSpPr>
        <p:spPr>
          <a:xfrm>
            <a:off x="504445" y="4745773"/>
            <a:ext cx="11183100" cy="1371600"/>
          </a:xfrm>
          <a:prstGeom prst="roundRect">
            <a:avLst>
              <a:gd fmla="val 3333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797053" y="4928653"/>
            <a:ext cx="105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ASSUMPTION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797053" y="5221261"/>
            <a:ext cx="10597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"Eligible this year" was interpreted as active eligibility at some point during calendar year 2025 — an overlap check against the full year, not eligibility on one specific day. Question 2's count is scoped to that same 2025-eligible population, not the raw, un-deduplicated universe of all five rosters combined. That broader number would be 24,620</a:t>
            </a:r>
            <a:r>
              <a:rPr lang="en-US" sz="1300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/>
        </p:nvSpPr>
        <p:spPr>
          <a:xfrm>
            <a:off x="502920" y="38404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2333A"/>
                </a:solidFill>
                <a:latin typeface="Cambria"/>
                <a:ea typeface="Cambria"/>
                <a:cs typeface="Cambria"/>
                <a:sym typeface="Cambria"/>
              </a:rPr>
              <a:t>Code Walkthrough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02920" y="98755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7A81"/>
                </a:solidFill>
                <a:latin typeface="Calibri"/>
                <a:ea typeface="Calibri"/>
                <a:cs typeface="Calibri"/>
                <a:sym typeface="Calibri"/>
              </a:rPr>
              <a:t>One script — std_member_info_pipeline.py — structured as a straight-line pipeline.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1691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502920" y="1691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960120" y="1673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load_rosters()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960120" y="2002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Connect via sqlite3 and read all five roster tables.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" y="2834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502920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960120" y="2816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normalize_roster()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960120" y="3145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Fix the date-format and state-abbreviation inconsistencies found during exploration, per roster.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02920" y="3977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502920" y="3977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960120" y="3959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combine_rosters()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960120" y="4288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Concatenate all five normalized rosters into one DataFrame; cast Zip to a consistent numeric type for joining.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" y="5120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502920" y="5120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960120" y="5102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filter_eligible_in_year()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960120" y="5431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Keep only rows whose eligibility window overlaps 2025.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36792" y="1691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6336792" y="1691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793992" y="1673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build_std_member_info()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6793992" y="2002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Reshape columns into the required output schema (member_id … eligibility_end_date), capture the duplicate count for Q2, then dedupe to one row per member.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336792" y="2834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6336792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793992" y="2816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answer_questions() / print_answers()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6793992" y="3145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Compute and print all six answers, joining out to model_scores_by_zip where needed (Q4–Q6).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36792" y="397764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6336792" y="3977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793992" y="395935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793992" y="4288536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333A"/>
                </a:solidFill>
                <a:latin typeface="Calibri"/>
                <a:ea typeface="Calibri"/>
                <a:cs typeface="Calibri"/>
                <a:sym typeface="Calibri"/>
              </a:rPr>
              <a:t>Runs the pipeline end to end, writes std_member_info back into the database, and prints the results.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336792" y="5120640"/>
            <a:ext cx="5349240" cy="1005840"/>
          </a:xfrm>
          <a:prstGeom prst="roundRect">
            <a:avLst>
              <a:gd fmla="val 4545" name="adj"/>
            </a:avLst>
          </a:prstGeom>
          <a:solidFill>
            <a:srgbClr val="F1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6592824" y="5212080"/>
            <a:ext cx="4837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notebooks were the exploration. This script is the distilled, repeatable pipeline that came out of that exploration.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14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502920" y="38404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Scaling to Bi-Weekly Rosters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02920" y="98755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E4E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E4E4"/>
                </a:solidFill>
                <a:latin typeface="Calibri"/>
                <a:ea typeface="Calibri"/>
                <a:cs typeface="Calibri"/>
                <a:sym typeface="Calibri"/>
              </a:rPr>
              <a:t>Starting next month a new member roster arrives every two weeks. Six things in the current script would have to change.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" y="1691640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40664" y="1892808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740664" y="18928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1161288" y="1892808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Stop </a:t>
            </a:r>
            <a:r>
              <a:rPr b="1" lang="en-US" sz="13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hardcoding</a:t>
            </a: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five named tables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161288" y="2221992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script loads a fixed roster_1…roster_5 list. It needs to ingest whatever roster shows up each cycle — driven by a manifest or config of source tables, or an incoming-files folder.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336792" y="1691640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574536" y="1892808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6574536" y="18928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6995160" y="1892808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Move from full reload to incremental ingest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6995160" y="2221992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 it rebuilds std_member_info from scratch every run. At a two-week cadence it should append only the new batch and track processed batches in a small load-log table, so nothing is ingested twice.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" y="3264408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40664" y="3465576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740664" y="34655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161288" y="3465576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Dedupe against history, not just within a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161288" y="3794760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roster pairs already duplicated members silently. New batches will re-include anyone still enrolled, so dedup has to compare each batch against the accumulated member 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336792" y="3264408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574536" y="3465576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574536" y="34655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995160" y="3465576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Make the eligibility year dynamic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995160" y="3794760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 is currently hardcoded. It should derive from the run date so the pipeline doesn't need a manual code change every January.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2920" y="4837176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40664" y="5038344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740664" y="50383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161288" y="5038344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Add schema and format validation on ingest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161288" y="5367528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date formats and a state abbreviation were caught purely by manual exploration. A recurring feed needs automated checks — expected columns, date parseability, known value sets — to flag malformed files on arrival.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36792" y="4837176"/>
            <a:ext cx="5349240" cy="1325880"/>
          </a:xfrm>
          <a:prstGeom prst="roundRect">
            <a:avLst>
              <a:gd fmla="val 3448" name="adj"/>
            </a:avLst>
          </a:prstGeom>
          <a:solidFill>
            <a:srgbClr val="0A5C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574536" y="5038344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6574536" y="50383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4414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995160" y="5038344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Automate the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995160" y="5367528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manual notebook or script run doesn't scale to a two-week cadence. This is a natural fit for a scheduled job — cron, Airflow — rather than someone remembering to run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2026-09-07T16:34:49Z</dcterms:created>
  <dc:creator>N1 Data Ops Challenge</dc:creator>
</cp:coreProperties>
</file>